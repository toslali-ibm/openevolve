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5E"/>
                </a:solidFill>
                <a:latin typeface="Arial"/>
              </a:defRPr>
            </a:pPr>
            <a:r>
              <a:t>Smart Rescue: Only Tune Where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8D8D"/>
                </a:solidFill>
                <a:latin typeface="Arial"/>
              </a:defRPr>
            </a:pPr>
            <a:r>
              <a:t>v1 tuned every program (wasteful). v2 only tunes novel algorithms with bad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D5E"/>
                </a:solidFill>
                <a:latin typeface="Arial"/>
              </a:defRPr>
            </a:pPr>
            <a:r>
              <a:t>Per-Iteration Decision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411480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LLM generates code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200400" y="2606040"/>
            <a:ext cx="365760" cy="274320"/>
          </a:xfrm>
          <a:prstGeom prst="down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2011680" y="2926080"/>
            <a:ext cx="2743200" cy="914400"/>
          </a:xfrm>
          <a:prstGeom prst="diamond">
            <a:avLst/>
          </a:prstGeom>
          <a:solidFill>
            <a:srgbClr val="41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Has @TUNE?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4880" y="3200400"/>
            <a:ext cx="548640" cy="274320"/>
          </a:xfrm>
          <a:prstGeom prst="right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0" y="3108960"/>
            <a:ext cx="1645920" cy="411480"/>
          </a:xfrm>
          <a:prstGeom prst="roundRect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Skip (no cost)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80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A1E28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108960" y="3840480"/>
            <a:ext cx="365760" cy="274320"/>
          </a:xfrm>
          <a:prstGeom prst="downArrow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840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A148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160520"/>
            <a:ext cx="4114800" cy="411480"/>
          </a:xfrm>
          <a:prstGeom prst="roundRect">
            <a:avLst/>
          </a:prstGeom>
          <a:solidFill>
            <a:srgbClr val="41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Evaluate program (get pre-tune score)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200400" y="4617720"/>
            <a:ext cx="365760" cy="274320"/>
          </a:xfrm>
          <a:prstGeom prst="downArrow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1554480" y="4937760"/>
            <a:ext cx="3474720" cy="1005840"/>
          </a:xfrm>
          <a:prstGeom prst="diamond">
            <a:avLst/>
          </a:prstGeom>
          <a:solidFill>
            <a:srgbClr val="FF8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Score &lt; median</a:t>
            </a:r>
            <a:br/>
            <a:r>
              <a:t>AND novel?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57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A148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200400" y="5943600"/>
            <a:ext cx="365760" cy="274320"/>
          </a:xfrm>
          <a:prstGeom prst="downArrow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54480" y="6263640"/>
            <a:ext cx="3474720" cy="41148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RESCUE: Tune with 5 trials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29200" y="5257800"/>
            <a:ext cx="548640" cy="274320"/>
          </a:xfrm>
          <a:prstGeom prst="rightArrow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39" y="4983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A1E28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5166360"/>
            <a:ext cx="1645920" cy="411480"/>
          </a:xfrm>
          <a:prstGeom prst="roundRect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Skip (reuse eval)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D5E"/>
                </a:solidFill>
                <a:latin typeface="Arial"/>
              </a:defRPr>
            </a:pPr>
            <a:r>
              <a:t>Why Be Selective?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103120"/>
            <a:ext cx="4754880" cy="155448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v1: Tuned every program, every iteration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68% of tuning was on already-good programs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Average gain on good programs: +0.01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Average gain on novel-but-poor: +0.47</a:t>
            </a:r>
          </a:p>
          <a:p>
            <a:pPr>
              <a:spcAft>
                <a:spcPts val="200"/>
              </a:spcAft>
              <a:defRPr sz="1300" b="0">
                <a:solidFill>
                  <a:srgbClr val="FFF3CD"/>
                </a:solidFill>
                <a:latin typeface="Arial"/>
              </a:defRPr>
            </a:pPr>
            <a:r>
              <a:t>Tuning good programs = 47x less efficient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840480"/>
            <a:ext cx="4754880" cy="155448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v2: Tune only where ROI is high</a:t>
            </a:r>
          </a:p>
          <a:p>
            <a:pPr>
              <a:spcAft>
                <a:spcPts val="200"/>
              </a:spcAft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~32% of programs get rescue tuning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5 trials per rescue (vs v1's 19)</a:t>
            </a:r>
          </a:p>
          <a:p>
            <a:pPr>
              <a:spcAft>
                <a:spcPts val="2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Pre-eval is reused (zero redundant evals)</a:t>
            </a:r>
          </a:p>
          <a:p>
            <a:pPr>
              <a:spcAft>
                <a:spcPts val="200"/>
              </a:spcAft>
              <a:defRPr sz="1300" b="0">
                <a:solidFill>
                  <a:srgbClr val="D4EDDA"/>
                </a:solidFill>
                <a:latin typeface="Arial"/>
              </a:defRPr>
            </a:pPr>
            <a:r>
              <a:t>56% fewer total evaluations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5669280"/>
            <a:ext cx="4754880" cy="822960"/>
          </a:xfrm>
          <a:prstGeom prst="round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Key Insight</a:t>
            </a:r>
            <a:br/>
            <a:r>
              <a:t>Novel algorithm + bad numbers = rescue candidate</a:t>
            </a:r>
            <a:br/>
            <a:r>
              <a:t>Good score OR unoriginal = skip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