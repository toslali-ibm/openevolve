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D5E"/>
                </a:solidFill>
                <a:latin typeface="Arial"/>
              </a:defRPr>
            </a:pPr>
            <a:r>
              <a:t>How @TUNE Annotations Flow Through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8D8D"/>
                </a:solidFill>
                <a:latin typeface="Arial"/>
              </a:defRPr>
            </a:pPr>
            <a:r>
              <a:t>LLM declares ranges, optimizer finds values, feedback informs next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38328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Iteration N: LLM generates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383280" cy="164592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# EVOLVE-BLOCK-START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load = 0.4  # @TUNE [0.0, 1.0]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batch = 32  # @TUNE [8, 128] int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def route(req):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    if req.load &lt; load: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        return fast_path(req)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0053A0"/>
                </a:solidFill>
                <a:latin typeface="Arial"/>
              </a:defRPr>
            </a:pPr>
            <a:r>
              <a:t>LLM picks the algorithm structure</a:t>
            </a:r>
          </a:p>
          <a:p>
            <a:pPr>
              <a:spcAft>
                <a:spcPts val="390"/>
              </a:spcAft>
              <a:defRPr sz="1300" b="0">
                <a:solidFill>
                  <a:srgbClr val="393939"/>
                </a:solidFill>
                <a:latin typeface="Arial"/>
              </a:defRPr>
            </a:pPr>
            <a:r>
              <a:t>Declares 2 thresholds with ranges</a:t>
            </a:r>
          </a:p>
          <a:p>
            <a:pPr>
              <a:spcAft>
                <a:spcPts val="390"/>
              </a:spcAft>
              <a:defRPr sz="1300" b="0">
                <a:solidFill>
                  <a:srgbClr val="393939"/>
                </a:solidFill>
                <a:latin typeface="Arial"/>
              </a:defRPr>
            </a:pPr>
            <a:r>
              <a:t>Doesn't need to guess exact values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86200" y="2926080"/>
            <a:ext cx="548640" cy="365760"/>
          </a:xfrm>
          <a:prstGeom prst="rightArrow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32918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B39E"/>
                </a:solidFill>
                <a:latin typeface="Arial"/>
              </a:defRPr>
            </a:pPr>
            <a:r>
              <a:t>Optuna</a:t>
            </a:r>
            <a:br/>
            <a:r>
              <a:t>searches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383280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After Tuning: optimized + annotated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286000"/>
            <a:ext cx="3383280" cy="164592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# EVOLVE-BLOCK-START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load = 0.67  # @TUNE [0.0, 1.0]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  @TUNED(was=0.4, gain=+0.12)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batch = 64   # @TUNE [8, 128] int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  @TUNED(was=32, gain=+0.12)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def route(req):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    if req.load &lt; load: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1148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24A148"/>
                </a:solidFill>
                <a:latin typeface="Arial"/>
              </a:defRPr>
            </a:pPr>
            <a:r>
              <a:t>Optimizer found better values</a:t>
            </a:r>
          </a:p>
          <a:p>
            <a:pPr>
              <a:spcAft>
                <a:spcPts val="390"/>
              </a:spcAft>
              <a:defRPr sz="1300" b="0">
                <a:solidFill>
                  <a:srgbClr val="393939"/>
                </a:solidFill>
                <a:latin typeface="Arial"/>
              </a:defRPr>
            </a:pPr>
            <a:r>
              <a:t>Values rewritten in-place</a:t>
            </a:r>
          </a:p>
          <a:p>
            <a:pPr>
              <a:spcAft>
                <a:spcPts val="390"/>
              </a:spcAft>
              <a:defRPr sz="1300" b="0">
                <a:solidFill>
                  <a:srgbClr val="393939"/>
                </a:solidFill>
                <a:latin typeface="Arial"/>
              </a:defRPr>
            </a:pPr>
            <a:r>
              <a:t>@TUNED shows what changed &amp; gain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09560" y="2926080"/>
            <a:ext cx="548640" cy="365760"/>
          </a:xfrm>
          <a:prstGeom prst="rightArrow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2918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A3FFC"/>
                </a:solidFill>
                <a:latin typeface="Arial"/>
              </a:defRPr>
            </a:pPr>
            <a:r>
              <a:t>Next</a:t>
            </a:r>
            <a:br/>
            <a:r>
              <a:t>iteration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645920"/>
            <a:ext cx="3383280" cy="457200"/>
          </a:xfrm>
          <a:prstGeom prst="round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Iteration N+1: LLM sees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286000"/>
            <a:ext cx="3383280" cy="164592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# LLM sees parent code: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load = 0.67  # @TUNE [0.0, 1.0]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  @TUNED(was=0.4, gain=+0.12)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# LLM learns: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# "load near 0.67 works well"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Menlo"/>
              </a:defRPr>
            </a:pPr>
            <a:r>
              <a:t># May keep, adjust range, or add 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1148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1">
                <a:solidFill>
                  <a:srgbClr val="8A3FFC"/>
                </a:solidFill>
                <a:latin typeface="Arial"/>
              </a:defRPr>
            </a:pPr>
            <a:r>
              <a:t>LLM learns from optimizer</a:t>
            </a:r>
          </a:p>
          <a:p>
            <a:pPr>
              <a:spcAft>
                <a:spcPts val="390"/>
              </a:spcAft>
              <a:defRPr sz="1300" b="0">
                <a:solidFill>
                  <a:srgbClr val="393939"/>
                </a:solidFill>
                <a:latin typeface="Arial"/>
              </a:defRPr>
            </a:pPr>
            <a:r>
              <a:t>Sees what values worked</a:t>
            </a:r>
          </a:p>
          <a:p>
            <a:pPr>
              <a:spcAft>
                <a:spcPts val="390"/>
              </a:spcAft>
              <a:defRPr sz="1300" b="0">
                <a:solidFill>
                  <a:srgbClr val="393939"/>
                </a:solidFill>
                <a:latin typeface="Arial"/>
              </a:defRPr>
            </a:pPr>
            <a:r>
              <a:t>Can refine ranges or add new @TUNE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12080"/>
            <a:ext cx="3474720" cy="109728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Division of Labor</a:t>
            </a:r>
            <a:br/>
            <a:br/>
            <a:r>
              <a:t>LLM = algorithm structure</a:t>
            </a:r>
            <a:br/>
            <a:r>
              <a:t>Optimizer = threshold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5212080"/>
            <a:ext cx="3474720" cy="109728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Lightweight Syntax</a:t>
            </a:r>
            <a:br/>
            <a:br/>
            <a:r>
              <a:t>Just add # @TUNE [min, max]</a:t>
            </a:r>
            <a:br/>
            <a:r>
              <a:t>Max 3 per program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5212080"/>
            <a:ext cx="3474720" cy="109728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Works with Hypotheses</a:t>
            </a:r>
            <a:br/>
            <a:br/>
            <a:r>
              <a:t>Both annotations coexist</a:t>
            </a:r>
            <a:br/>
            <a:r>
              <a:t>Hypotheses = why, Tuning = how much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