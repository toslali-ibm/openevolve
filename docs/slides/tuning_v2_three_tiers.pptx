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Tuning v2: Three Tiers of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Graduate the tuning budget by context: cheap screening, moderate polish, thorough final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50292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Tier 1: Rescue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91840" cy="146304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5 trials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When: Every iteration (selective)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Who: Novel programs scoring poorly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Why: Is this algorithm salvageable?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39"/>
            <a:ext cx="822960" cy="45720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069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93939"/>
                </a:solidFill>
                <a:latin typeface="Arial"/>
              </a:defRPr>
            </a:pPr>
            <a:r>
              <a:t>trials per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291840" cy="50292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Tier 2: Checkpoint Polish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3291840" cy="146304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10 trials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When: At each checkpoint interval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Who: Top-3 elites per island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Why: Improve parents for next 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977639"/>
            <a:ext cx="1645920" cy="45720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069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93939"/>
                </a:solidFill>
                <a:latin typeface="Arial"/>
              </a:defRPr>
            </a:pPr>
            <a:r>
              <a:t>trials per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291840" cy="50292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Tier 3: Final Polish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291840" cy="146304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20 trials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When: Final iteration only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Who: Top-3 elites per island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Why: Thorough optimization at the 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77639"/>
            <a:ext cx="329184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5E"/>
                </a:solidFill>
                <a:latin typeface="Arial"/>
              </a:defRPr>
            </a:pPr>
            <a:r>
              <a:t>Example: 25-iteration run (checkpoint every 5 iterations)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91056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20824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0592" y="5303520"/>
            <a:ext cx="384048" cy="36576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9896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9664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9432" y="5303520"/>
            <a:ext cx="384048" cy="36576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8968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88736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8504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8272" y="5303520"/>
            <a:ext cx="384048" cy="36576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6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67344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97112" y="5303520"/>
            <a:ext cx="384048" cy="36576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6648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16184" y="5303520"/>
            <a:ext cx="384048" cy="36576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45952" y="5303520"/>
            <a:ext cx="384048" cy="36576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1591056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3310128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4599432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6318504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8037576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9326880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10616184" y="5715000"/>
            <a:ext cx="384048" cy="13716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6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9" name="Rounded Rectangle 48"/>
          <p:cNvSpPr/>
          <p:nvPr/>
        </p:nvSpPr>
        <p:spPr>
          <a:xfrm>
            <a:off x="914400" y="6035040"/>
            <a:ext cx="365760" cy="27432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137160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Rescue (~32% of iterations)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6035040"/>
            <a:ext cx="365760" cy="27432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38912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Checkpoint polish (iter 5,10,15,20)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6035040"/>
            <a:ext cx="365760" cy="27432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777240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3939"/>
                </a:solidFill>
                <a:latin typeface="Arial"/>
              </a:defRPr>
            </a:pPr>
            <a:r>
              <a:t>Final polish (iter 25)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A0"/>
                </a:solidFill>
                <a:latin typeface="Arial"/>
              </a:defRPr>
            </a:pPr>
            <a:r>
              <a:t>Total: ~220 evaluations (vs v1's 500) — 56% fewer, graduated by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