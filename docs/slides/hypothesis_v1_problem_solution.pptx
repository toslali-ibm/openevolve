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Hypothesis-Driven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178BE"/>
                </a:solidFill>
                <a:latin typeface="Arial"/>
              </a:defRPr>
            </a:pPr>
            <a:r>
              <a:t>Making LLM-guided code evolution learn from its own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D8D8D"/>
                </a:solidFill>
                <a:latin typeface="Arial"/>
              </a:defRPr>
            </a:pPr>
            <a:r>
              <a:t>OpenEvolve  |  V3 Inline Results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The Problem: Blind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 b="1">
                <a:solidFill>
                  <a:srgbClr val="002D5E"/>
                </a:solidFill>
                <a:latin typeface="Arial"/>
              </a:defRPr>
            </a:pPr>
            <a:r>
              <a:t>Standard OpenEvolve (No Hypotheses)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LLM generates code mutations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Evaluator returns metrics (e.g., score = 0.72)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LLM sees: parent code + score + top programs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1">
                <a:solidFill>
                  <a:srgbClr val="DA1E28"/>
                </a:solidFill>
                <a:latin typeface="Arial"/>
              </a:defRPr>
            </a:pPr>
            <a:r>
              <a:t>What's missing: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LLM doesn't know WHY a change helped or hurt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No causal reasoning is captured or shared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Each iteration starts from scratch intellectually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Successful strategies aren't explicitly documented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Same failed approaches get re-attempted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Normal evolution: just code, no reasoning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EVOLVE-BLOCK-START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def solve(x):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# some mutation...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return result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EVOLVE-BLOCK-END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Evaluator returns: {score: 0.72}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LLM sees the score but has no idea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what drove the improvement/regression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93939"/>
                </a:solidFill>
                <a:latin typeface="Arial"/>
              </a:defRPr>
            </a:pPr>
            <a:r>
              <a:t>The LLM is like a scientist running experiments without</a:t>
            </a:r>
            <a:br/>
            <a:r>
              <a:t>keeping a lab notebook. It can't learn from patterns</a:t>
            </a:r>
            <a:br/>
            <a:r>
              <a:t>across iterations.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The Solution: Hypotheses as Code 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 b="1">
                <a:solidFill>
                  <a:srgbClr val="002D5E"/>
                </a:solidFill>
                <a:latin typeface="Arial"/>
              </a:defRPr>
            </a:pPr>
            <a:r>
              <a:t>Hypothesis-Driven Evolution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LLM states WHY it expects a change to help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Each hypothesis has 3 parts: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  HYPOTHESIS-N:  the claim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  MECHANISM-N:  causal reasoning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  EXPECT-N:  testable prediction (metric + threshold)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After evaluation, framework stamps the verdict: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  RESULT-N: CONFIRMED / REFUTED / INCONCLUSIVE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1">
                <a:solidFill>
                  <a:srgbClr val="00B39E"/>
                </a:solidFill>
                <a:latin typeface="Arial"/>
              </a:defRPr>
            </a:pPr>
            <a:r>
              <a:t>Key insight: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Verdicts live IN the code, not a separate database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OpenEvolve's existing mechanisms carry them 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457200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EVOLVE-BLOCK-START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HYPOTHESIS-1: Multi-start search escapes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  local minima, improving combined_score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MECHANISM-1: Random restarts cover more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  basins in the search landscape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EXPECT-1: combined_score &gt; 0.8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RESULT-1: CONFIRMED (actual=0.92)   &lt;-- auto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HYPOTHESIS-2: Larger step size finds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  global optimum faster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MECHANISM-2: Coarse search then refine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EXPECT-2: distance_score &gt; 0.9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RESULT-2: REFUTED (actual=0.71)     &lt;-- auto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def solve(x):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# evolved code here...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return result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How It Works: 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23444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 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874520"/>
            <a:ext cx="113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93939"/>
                </a:solidFill>
                <a:latin typeface="Arial"/>
              </a:defRPr>
            </a:pPr>
            <a:r>
              <a:t>hypothesis_driven: true</a:t>
            </a:r>
            <a:br/>
            <a:r>
              <a:t>in YAML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7040" y="14630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56232" y="1371600"/>
            <a:ext cx="123444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  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7032" y="1874520"/>
            <a:ext cx="113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93939"/>
                </a:solidFill>
                <a:latin typeface="Arial"/>
              </a:defRPr>
            </a:pPr>
            <a:r>
              <a:t>HYPOTHESIS_INSTRUCTIONS</a:t>
            </a:r>
            <a:br/>
            <a:r>
              <a:t>appended to LLM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6072" y="14630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1371600"/>
            <a:ext cx="1234440" cy="457200"/>
          </a:xfrm>
          <a:prstGeom prst="roundRect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  LLM Writes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6064" y="1874520"/>
            <a:ext cx="113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93939"/>
                </a:solidFill>
                <a:latin typeface="Arial"/>
              </a:defRPr>
            </a:pPr>
            <a:r>
              <a:t>HYPOTHESIS/MECHANISM/EXPECT</a:t>
            </a:r>
            <a:br/>
            <a:r>
              <a:t>comments + evolved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5104" y="14630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1371600"/>
            <a:ext cx="1234440" cy="457200"/>
          </a:xfrm>
          <a:prstGeom prst="roundRect">
            <a:avLst/>
          </a:prstGeom>
          <a:solidFill>
            <a:srgbClr val="417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  Rescue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5096" y="1874520"/>
            <a:ext cx="113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93939"/>
                </a:solidFill>
                <a:latin typeface="Arial"/>
              </a:defRPr>
            </a:pPr>
            <a:r>
              <a:t>rescue_hypotheses()</a:t>
            </a:r>
            <a:br/>
            <a:r>
              <a:t>recovers comments lost</a:t>
            </a:r>
            <a:br/>
            <a:r>
              <a:t>in diff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4136" y="14630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371600"/>
            <a:ext cx="1234440" cy="457200"/>
          </a:xfrm>
          <a:prstGeom prst="roundRect">
            <a:avLst/>
          </a:prstGeom>
          <a:solidFill>
            <a:srgbClr val="00B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  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4128" y="1874520"/>
            <a:ext cx="113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93939"/>
                </a:solidFill>
                <a:latin typeface="Arial"/>
              </a:defRPr>
            </a:pPr>
            <a:r>
              <a:t>Evaluator runs code</a:t>
            </a:r>
            <a:br/>
            <a:r>
              <a:t>returns metrics only</a:t>
            </a:r>
            <a:br/>
            <a:r>
              <a:t>(hypothesis-unaware)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3168" y="14630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371600"/>
            <a:ext cx="1234440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  Stamp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3160" y="1874520"/>
            <a:ext cx="113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93939"/>
                </a:solidFill>
                <a:latin typeface="Arial"/>
              </a:defRPr>
            </a:pPr>
            <a:r>
              <a:t>inject_result_comments()</a:t>
            </a:r>
            <a:br/>
            <a:r>
              <a:t>adds RESULT-N lines</a:t>
            </a:r>
            <a:br/>
            <a:r>
              <a:t>after each EXPECT-N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2200" y="14630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51392" y="1371600"/>
            <a:ext cx="123444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 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2192" y="1874520"/>
            <a:ext cx="113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93939"/>
                </a:solidFill>
                <a:latin typeface="Arial"/>
              </a:defRPr>
            </a:pPr>
            <a:r>
              <a:t>Code WITH results</a:t>
            </a:r>
            <a:br/>
            <a:r>
              <a:t>stored in database</a:t>
            </a:r>
            <a:br/>
            <a:r>
              <a:t>(MAP-Elites islands)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1232" y="146304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D8D8D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50424" y="1371600"/>
            <a:ext cx="1234440" cy="457200"/>
          </a:xfrm>
          <a:prstGeom prst="round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  Next 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1224" y="1874520"/>
            <a:ext cx="1132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93939"/>
                </a:solidFill>
                <a:latin typeface="Arial"/>
              </a:defRPr>
            </a:pPr>
            <a:r>
              <a:t>Code shown as parent/</a:t>
            </a:r>
            <a:br/>
            <a:r>
              <a:t>top/inspiration</a:t>
            </a:r>
            <a:br/>
            <a:r>
              <a:t>RESULTs visible to LLM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91840"/>
            <a:ext cx="11247120" cy="301752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Iteration N: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LLM sees:  system prompt (hypothesis instructions + RESULT-N docs)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   + parent code (with HYPOTHESIS/EXPECT/RESULT from parent's eval)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   + top programs (with their HYPOTHESIS/EXPECT/RESULT)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   + inspirations (with their HYPOTHESIS/EXPECT/RESULT)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LLM writes: evolved code with 1-3 HYPOTHESIS/MECHANISM/EXPECT comments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Framework:  rescue_hypotheses()     -- if diff mode lost comments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    &gt; evaluator runs code     -- returns metrics (no hypothesis code)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    &gt; inject_result_comments() -- stamps RESULT-N after EXPECT-N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    &gt; stores code in database -- code carries its own verdicts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Iteration N+1: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This program may be selected as parent/top/inspiration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&gt; its code (with RESULT lines) is shown to the LLM &gt; cycle continues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Zero Infrastructure: Leveraging OpenEvolve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 b="1">
                <a:solidFill>
                  <a:srgbClr val="00B39E"/>
                </a:solidFill>
                <a:latin typeface="Arial"/>
              </a:defRPr>
            </a:pPr>
            <a:r>
              <a:t>What OpenEvolve already provides: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Parent selection  -&gt;  parent's hypotheses + results shown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Top programs      -&gt;  best programs' strategies visible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Inspirations      -&gt;  diverse approaches visible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Island isolation  -&gt;  hypotheses stay within populations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Migration         -&gt;  strategies cross islands with code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Checkpointing     -&gt;  hypothesis history persists on resume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1">
                <a:solidFill>
                  <a:srgbClr val="24A148"/>
                </a:solidFill>
                <a:latin typeface="Arial"/>
              </a:defRPr>
            </a:pPr>
            <a:r>
              <a:t>What we added (net ~40 lines):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inject_result_comments()  in hypothesis.py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5 lines in iteration.py   (call after eval)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5 lines in process_parallel.py (same in worker)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Updated prompt template   (document RESULT-N)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 b="1">
                <a:solidFill>
                  <a:srgbClr val="DA1E28"/>
                </a:solidFill>
                <a:latin typeface="Arial"/>
              </a:defRPr>
            </a:pPr>
            <a:r>
              <a:t>What we DON'T need: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No ledger file               (verdicts in code)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No knowledge base generation (LLM reads code directly)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No hypothesis artifacts      (evaluators unaware)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No prompt-time queries       (code carries its history)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No aggregation logic         (each program self-contained)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No extra database fields     (just code + metrics)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80"/>
              </a:spcAft>
              <a:defRPr sz="1700" b="1">
                <a:solidFill>
                  <a:srgbClr val="002D5E"/>
                </a:solidFill>
                <a:latin typeface="Arial"/>
              </a:defRPr>
            </a:pPr>
            <a:r>
              <a:t>Result: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~270 fewer lines vs V1 evaluator-based approach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Evaluators are clean — just return metrics</a:t>
            </a:r>
          </a:p>
          <a:p>
            <a:pPr>
              <a:spcAft>
                <a:spcPts val="680"/>
              </a:spcAft>
              <a:defRPr sz="1700" b="0">
                <a:solidFill>
                  <a:srgbClr val="393939"/>
                </a:solidFill>
                <a:latin typeface="Arial"/>
              </a:defRPr>
            </a:pPr>
            <a:r>
              <a:t>Works with any language (Python, Go, Rust, etc.)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