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Threshold Tuning: Before &amp;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Same algorithm, different thresholds = very different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A1E28"/>
                </a:solidFill>
                <a:latin typeface="Arial"/>
              </a:defRPr>
            </a:pPr>
            <a:r>
              <a:t>Without Threshold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4754880" cy="457200"/>
          </a:xfrm>
          <a:prstGeom prst="roundRect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LLM generates: if load &lt; 0.4 ...</a:t>
            </a:r>
          </a:p>
        </p:txBody>
      </p:sp>
      <p:sp>
        <p:nvSpPr>
          <p:cNvPr id="6" name="Down Arrow 5"/>
          <p:cNvSpPr/>
          <p:nvPr/>
        </p:nvSpPr>
        <p:spPr>
          <a:xfrm>
            <a:off x="2834640" y="2606040"/>
            <a:ext cx="365760" cy="274320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4754880" cy="457200"/>
          </a:xfrm>
          <a:prstGeom prst="roundRect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Evaluate with guessed threshold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34640" y="3429000"/>
            <a:ext cx="365760" cy="274320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4754880" cy="45720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Score: 0.42 (bad threshold, good algorithm lost)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1">
                <a:solidFill>
                  <a:srgbClr val="DA1E28"/>
                </a:solidFill>
                <a:latin typeface="Arial"/>
              </a:defRPr>
            </a:pPr>
            <a:r>
              <a:t>Problem: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The LLM must simultaneously invent the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algorithm AND guess optimal numbers.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Good algorithms with bad thresholds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are discarded by evolution.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A148"/>
                </a:solidFill>
                <a:latin typeface="Arial"/>
              </a:defRPr>
            </a:pPr>
            <a:r>
              <a:t>With Threshold 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03120"/>
            <a:ext cx="475488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LLM generates: load = 0.4  # @TUNE [0.0, 1.0]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2606040"/>
            <a:ext cx="365760" cy="274320"/>
          </a:xfrm>
          <a:prstGeom prst="downArrow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926080"/>
            <a:ext cx="4754880" cy="45720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Optuna tries 25 values, finds 0.67 is best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86800" y="3429000"/>
            <a:ext cx="365760" cy="274320"/>
          </a:xfrm>
          <a:prstGeom prst="downArrow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3749039"/>
            <a:ext cx="475488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Score: 0.54 (+0.12 gain from tuning alone)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1">
                <a:solidFill>
                  <a:srgbClr val="24A148"/>
                </a:solidFill>
                <a:latin typeface="Arial"/>
              </a:defRPr>
            </a:pPr>
            <a:r>
              <a:t>Division of labor: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LLM focuses on algorithmic structure.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Optimizer handles the numbers.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Good algorithms survive evolution</a:t>
            </a:r>
          </a:p>
          <a:p>
            <a:pPr>
              <a:spcAft>
                <a:spcPts val="420"/>
              </a:spcAft>
              <a:defRPr sz="1400" b="0">
                <a:solidFill>
                  <a:srgbClr val="393939"/>
                </a:solidFill>
                <a:latin typeface="Arial"/>
              </a:defRPr>
            </a:pPr>
            <a:r>
              <a:t>regardless of initial threshold guesses.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53A0"/>
                </a:solidFill>
                <a:latin typeface="Arial"/>
              </a:defRPr>
            </a:pPr>
            <a:r>
              <a:t>Feedback loop: @TUNED(was=0.4, gain=+0.12) tells the LLM what the optimizer found — it learns what ranges matter and adjusts future generations.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