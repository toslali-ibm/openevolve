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Hypothesis-Driven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B39E"/>
                </a:solidFill>
                <a:latin typeface="Arial"/>
              </a:defRPr>
            </a:pPr>
            <a:r>
              <a:t>Technical Overview: Inline Results Architecture (V3)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D8D8D"/>
                </a:solidFill>
                <a:latin typeface="Menlo"/>
              </a:defRPr>
            </a:pPr>
            <a:r>
              <a:t>openevolve/hypothesis.py  |  openevolve/iteration.py  |  openevolve/prompt/templates.py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The Comment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93939"/>
                </a:solidFill>
                <a:latin typeface="Arial"/>
              </a:defRPr>
            </a:pPr>
            <a:r>
              <a:t>LLM writes (3 lines per hypothesis, max 3 hypotheses):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137160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400">
                <a:solidFill>
                  <a:srgbClr val="E0E0E0"/>
                </a:solidFill>
                <a:latin typeface="Menlo"/>
              </a:defRPr>
            </a:pPr>
            <a:r>
              <a:t># HYPOTHESIS-N: &lt;one-line claim&gt;</a:t>
            </a:r>
          </a:p>
          <a:p>
            <a:pPr>
              <a:spcAft>
                <a:spcPts val="100"/>
              </a:spcAft>
              <a:defRPr sz="1400">
                <a:solidFill>
                  <a:srgbClr val="E0E0E0"/>
                </a:solidFill>
                <a:latin typeface="Menlo"/>
              </a:defRPr>
            </a:pPr>
            <a:r>
              <a:t># MECHANISM-N:  &lt;causal explanation&gt;</a:t>
            </a:r>
          </a:p>
          <a:p>
            <a:pPr>
              <a:spcAft>
                <a:spcPts val="100"/>
              </a:spcAft>
              <a:defRPr sz="1400">
                <a:solidFill>
                  <a:srgbClr val="E0E0E0"/>
                </a:solidFill>
                <a:latin typeface="Menlo"/>
              </a:defRPr>
            </a:pPr>
            <a:r>
              <a:t># EXPECT-N:     &lt;metric_name&gt; &lt;|&gt; &lt;threshold&gt;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93939"/>
                </a:solidFill>
                <a:latin typeface="Arial"/>
              </a:defRPr>
            </a:pPr>
            <a:r>
              <a:t>Framework adds after evaluation: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74720"/>
            <a:ext cx="5486400" cy="91440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400">
                <a:solidFill>
                  <a:srgbClr val="E0E0E0"/>
                </a:solidFill>
                <a:latin typeface="Menlo"/>
              </a:defRPr>
            </a:pPr>
            <a:r>
              <a:t># RESULT-N: CONFIRMED (actual=3850.0)</a:t>
            </a:r>
          </a:p>
          <a:p>
            <a:pPr>
              <a:spcAft>
                <a:spcPts val="100"/>
              </a:spcAft>
              <a:defRPr sz="1400">
                <a:solidFill>
                  <a:srgbClr val="E0E0E0"/>
                </a:solidFill>
                <a:latin typeface="Menlo"/>
              </a:defRPr>
            </a:pPr>
            <a:r>
              <a:t># RESULT-N: REFUTED (actual=5200.0)</a:t>
            </a:r>
          </a:p>
          <a:p>
            <a:pPr>
              <a:spcAft>
                <a:spcPts val="100"/>
              </a:spcAft>
              <a:defRPr sz="1400">
                <a:solidFill>
                  <a:srgbClr val="E0E0E0"/>
                </a:solidFill>
                <a:latin typeface="Menlo"/>
              </a:defRPr>
            </a:pPr>
            <a:r>
              <a:t># RESULT-N: INCONCLUSIVE (metric not available)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93939"/>
                </a:solidFill>
                <a:latin typeface="Arial"/>
              </a:defRPr>
            </a:pPr>
            <a:r>
              <a:t>Works with any comment syntax: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5486400" cy="137160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# Python/Ruby/Shell        (prefix: #)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// Go/C/Rust/JS            (prefix: //)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-- SQL/Lua/Haskell         (prefix: --)</a:t>
            </a: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E0E0E0"/>
                </a:solidFill>
                <a:latin typeface="Menlo"/>
              </a:defRPr>
            </a:pPr>
            <a:r>
              <a:t>Regex: r"(?://|#|--)\s*HYPOTHESIS-\d+:"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93939"/>
                </a:solidFill>
                <a:latin typeface="Arial"/>
              </a:defRPr>
            </a:pPr>
            <a:r>
              <a:t>Complete example (Go):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303520" cy="493776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EVOLVE-BLOCK-START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HYPOTHESIS-1: Adaptive weight adjustment based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  on input length reduces avg latency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MECHANISM-1: Short requests have minimal cache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  benefit; routing by load-balance improves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  throughput for these requests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EXPECT-1: cache_warmup_e2e_ms &lt; 4200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RESULT-1: CONFIRMED (actual=3850.0)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HYPOTHESIS-2: Overload penalty prevents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  hot-spotting under bursty traffic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MECHANISM-2: Quadratic penalty on high-load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  instances redistributes requests evenly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EXPECT-2: load_spikes_e2e_ms &lt; 3350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RESULT-2: REFUTED (actual=4100.0)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func route(req Request) int {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// ... evolved routing logic ...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// EVOLVE-BLOCK-END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Implementation: Key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D5E"/>
                </a:solidFill>
                <a:latin typeface="Menlo"/>
              </a:defRPr>
            </a:pPr>
            <a:r>
              <a:t>rescue_hypotheses(code, llm_response)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When: After diff application, before evaluation</a:t>
            </a:r>
            <a:br/>
            <a:r>
              <a:t>Why: Some LLMs place hypotheses outside diff blocks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486400" cy="137160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In iteration.py (line ~125):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if config.hypothesis_driven: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child_code = rescue_hypotheses(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    child_code, llm_response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39E"/>
                </a:solidFill>
                <a:latin typeface="Menlo"/>
              </a:defRPr>
            </a:pPr>
            <a:r>
              <a:t>inject_result_comments(code, actual_metrics)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When: After evaluation returns metrics</a:t>
            </a:r>
            <a:br/>
            <a:r>
              <a:t>Why: Stamp verdicts into code before database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5486400" cy="164592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In iteration.py (line ~160):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if config.hypothesis_driven and result.child_metrics: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child_code = inject_result_comments(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    child_code, result.child_metrics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  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 Same in process_parallel.py for workers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A148"/>
                </a:solidFill>
                <a:latin typeface="Menlo"/>
              </a:defRPr>
            </a:pPr>
            <a:r>
              <a:t>HYPOTHESIS_INSTRUCTIONS_TEMPLATE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When: System prompt construction (hypothesis_driven=true)</a:t>
            </a:r>
            <a:br/>
            <a:r>
              <a:t>Where: openevolve/prompt/templates.py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5303520" cy="429768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## Hypothesis-Driven Evolution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You MUST include 1-3 hypotheses as comments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at the TOP of the EVOLVE-BLOCK.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Format: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# HYPOTHESIS-N: &lt;claim&gt;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# MECHANISM-N:  &lt;causal explanation&gt;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# EXPECT-N:     metric &lt; threshold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After evaluation, RESULT-N is auto-added: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# RESULT-N: CONFIRMED (actual=3850.0)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  # RESULT-N: REFUTED (actual=5200.0)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Rules: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- Look at RESULT lines in parent/top programs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- Build on CONFIRMED strategies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- Avoid REFUTED strategies</a:t>
            </a:r>
          </a:p>
          <a:p>
            <a:pPr>
              <a:spcAft>
                <a:spcPts val="100"/>
              </a:spcAft>
              <a:defRPr sz="1200">
                <a:solidFill>
                  <a:srgbClr val="E0E0E0"/>
                </a:solidFill>
                <a:latin typeface="Menlo"/>
              </a:defRPr>
            </a:pPr>
            <a:r>
              <a:t>- Do NOT write RESULT lines yourself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Data Flow: Hypothesis Through the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5303520"/>
          </a:xfrm>
          <a:prstGeom prst="roundRect">
            <a:avLst/>
          </a:prstGeom>
          <a:solidFill>
            <a:srgbClr val="26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                OPENEVOLVE FRAMEWORK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┌──────────────────────────────────────────────────────────┐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CONFIG             │   prompt/sampler.py          iteration.py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hypothesis_driven  │   ┌───────────────┐         ┌──────────────────────┐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: true             │   │ Append HYPO    │         │                      │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──────────────&gt; │   │ INSTRUCTIONS   │──LLM──&gt;│ rescue_hypotheses()  │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│ to system msg  │  call   │ (diff mode recovery) │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└───────────────┘         └──────────┬───────────┘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           │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           v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┌──────────────────────┐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│ evaluator.evaluate()  │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│ (hypothesis-UNAWARE)  │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│ returns: {metrics}    │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└──────────┬───────────┘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           │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           v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┌──────────────────────┐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│inject_result_comments│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│ EXPECT-1 vs metrics  │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│  -&gt; RESULT-1: ...    │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└──────────┬───────────┘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           │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           v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database.py                ┌──────────────────────┐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┌───────────────┐         │ Store child program   │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│ MAP-Elites    │&lt;────────│ (code WITH RESULT-N)  │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│ Islands       │         └──────────────────────┘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│               │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│ parent/top/   │──&gt; Next iteration LLM sees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│ inspiration   │    code with HYPOTHESIS + RESULT 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└───────────────┘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│                     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E0E0E0"/>
                </a:solidFill>
                <a:latin typeface="Menlo"/>
              </a:defRPr>
            </a:pPr>
            <a:r>
              <a:t>                    └──────────────────────────────────────────────────────────┘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Files &amp; Changes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114800" cy="457200"/>
          </a:xfrm>
          <a:prstGeom prst="round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Menlo"/>
              </a:defRPr>
            </a:pPr>
            <a:r>
              <a:t>openevolve/hypothesis.py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1371600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+40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48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inject_result_comments() + HypothesisTracker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4114800" cy="457200"/>
          </a:xfrm>
          <a:prstGeom prst="round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Menlo"/>
              </a:defRPr>
            </a:pPr>
            <a:r>
              <a:t>openevolve/iteration.py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737360"/>
            <a:ext cx="1371600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+5 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8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Call inject after eval, track stats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4114800" cy="457200"/>
          </a:xfrm>
          <a:prstGeom prst="round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Menlo"/>
              </a:defRPr>
            </a:pPr>
            <a:r>
              <a:t>openevolve/process_parallel.py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377440"/>
            <a:ext cx="1371600" cy="457200"/>
          </a:xfrm>
          <a:prstGeom prst="roundRect">
            <a:avLst/>
          </a:prstGeom>
          <a:solidFill>
            <a:srgbClr val="24A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+5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28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Same injection in worker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4114800" cy="457200"/>
          </a:xfrm>
          <a:prstGeom prst="round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Menlo"/>
              </a:defRPr>
            </a:pPr>
            <a:r>
              <a:t>openevolve/prompt/templates.py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3017520"/>
            <a:ext cx="1371600" cy="457200"/>
          </a:xfrm>
          <a:prstGeom prst="roundRect">
            <a:avLst/>
          </a:prstGeom>
          <a:solidFill>
            <a:srgbClr val="005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~20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68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Updated HYPOTHESIS_INSTRUCTIONS_TEMPLATE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4114800" cy="457200"/>
          </a:xfrm>
          <a:prstGeom prst="roundRect">
            <a:avLst/>
          </a:prstGeom>
          <a:solidFill>
            <a:srgbClr val="39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300" b="1">
                <a:solidFill>
                  <a:srgbClr val="FFFFFF"/>
                </a:solidFill>
                <a:latin typeface="Menlo"/>
              </a:defRPr>
            </a:pPr>
            <a:r>
              <a:t>examples/*/evaluator.py (x4)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657600"/>
            <a:ext cx="1371600" cy="457200"/>
          </a:xfrm>
          <a:prstGeom prst="roundRect">
            <a:avLst/>
          </a:prstGeom>
          <a:solidFill>
            <a:srgbClr val="DA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-200 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08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93939"/>
                </a:solidFill>
                <a:latin typeface="Arial"/>
              </a:defRPr>
            </a:pPr>
            <a:r>
              <a:t>Removed all hypothesis pipeline boilerplate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D5E"/>
                </a:solidFill>
                <a:latin typeface="Arial"/>
              </a:defRPr>
            </a:pPr>
            <a:r>
              <a:t>Net result: ~270 fewer lines of code, evaluators are hypothesis-free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D5E"/>
                </a:solidFill>
                <a:latin typeface="Arial"/>
              </a:defRPr>
            </a:pPr>
            <a:r>
              <a:t>Observability: HypothesisTracker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Per-iteration stats: hypotheses generated, persisted, results injected, parent inheritance</a:t>
            </a:r>
          </a:p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Aggregate rates: generation rate, persist rate, inject rate, inheritance rate</a:t>
            </a:r>
          </a:p>
          <a:p>
            <a:pPr>
              <a:spcAft>
                <a:spcPts val="600"/>
              </a:spcAft>
              <a:defRPr sz="1500" b="0">
                <a:solidFill>
                  <a:srgbClr val="393939"/>
                </a:solidFill>
                <a:latin typeface="Arial"/>
              </a:defRPr>
            </a:pPr>
            <a:r>
              <a:t>Saved to JSON alongside checkpoints for experiment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