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5E"/>
                </a:solidFill>
                <a:latin typeface="Arial"/>
              </a:defRPr>
            </a:pPr>
            <a:r>
              <a:t>Structured Threshold Tuning for OpenEvolve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8D8D"/>
                </a:solidFill>
                <a:latin typeface="Arial"/>
              </a:defRPr>
            </a:pPr>
            <a:r>
              <a:t>Separate what the algorithm does from how its numbers are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A1E2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LLMs generate algorithms with hard-coded thresholds:</a:t>
            </a: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if load &lt; 0.4:  route_elsewhere()</a:t>
            </a: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  if latency &gt; 200:  scale_up()</a:t>
            </a: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These numbers are guesses. A brilliant algorithm</a:t>
            </a: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with bad thresholds gets a bad score and is discarded.</a:t>
            </a:r>
          </a:p>
          <a:p>
            <a:pPr>
              <a:spcAft>
                <a:spcPts val="450"/>
              </a:spcAft>
              <a:defRPr sz="15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DA1E28"/>
                </a:solidFill>
                <a:latin typeface="Arial"/>
              </a:defRPr>
            </a:pPr>
            <a:r>
              <a:t>The LLM can't search — it just picks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A148"/>
                </a:solidFill>
                <a:latin typeface="Arial"/>
              </a:defRPr>
            </a:pPr>
            <a:r>
              <a:t>The Solution: Let the optimizer handle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194560"/>
            <a:ext cx="4572000" cy="50292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1. LLM generates code with @TUNE annotations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8686800" y="2834640"/>
            <a:ext cx="457200" cy="320040"/>
          </a:xfrm>
          <a:prstGeom prst="downArrow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3291840"/>
            <a:ext cx="4572000" cy="50292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2. Parser extracts thresholds + ranges (max 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686800" y="3931920"/>
            <a:ext cx="457200" cy="320040"/>
          </a:xfrm>
          <a:prstGeom prst="downArrow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4389120"/>
            <a:ext cx="4572000" cy="50292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3. Optuna (Bayesian) searches for best values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686800" y="5029200"/>
            <a:ext cx="457200" cy="320040"/>
          </a:xfrm>
          <a:prstGeom prst="downArrow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5486400"/>
            <a:ext cx="4572000" cy="50292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4. Best values written back with @TUNED feedback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86800" y="6126480"/>
            <a:ext cx="457200" cy="320040"/>
          </a:xfrm>
          <a:prstGeom prst="downArrow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6583680"/>
            <a:ext cx="4572000" cy="50292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5. Optimized code scored and stored in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3A0"/>
                </a:solidFill>
                <a:latin typeface="Arial"/>
              </a:defRPr>
            </a:pPr>
            <a:r>
              <a:t>LLM writes: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029200" cy="13716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load_cutoff = 0.4  # @TUNE [0.0, 1.0]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batch_size = 32   # @TUNE [8, 128] int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strategy = "greedy"  # @TUNE {greedy, rr, weighted}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A148"/>
                </a:solidFill>
                <a:latin typeface="Arial"/>
              </a:defRPr>
            </a:pPr>
            <a:r>
              <a:t>After optimizer: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29200"/>
            <a:ext cx="5303520" cy="13716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load_cutoff = 0.67  # @TUNE [0.0, 1.0]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@TUNED(was=0.4, gain=+0.12, best_impact=tp:+0.3)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batch_size = 64    # @TUNE [8, 128] int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@TUNED(was=32, gain=+0.12, best_impact=lat:-20)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